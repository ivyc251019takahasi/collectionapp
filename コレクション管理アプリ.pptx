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2" r:id="rId1"/>
  </p:sldMasterIdLst>
  <p:sldIdLst>
    <p:sldId id="256" r:id="rId2"/>
    <p:sldId id="260" r:id="rId3"/>
    <p:sldId id="257" r:id="rId4"/>
    <p:sldId id="258" r:id="rId5"/>
    <p:sldId id="259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4EBA0-9B0C-4E5A-8E98-87BB8E4F0FEB}" type="datetimeFigureOut">
              <a:rPr kumimoji="1" lang="ja-JP" altLang="en-US" smtClean="0"/>
              <a:t>2026/10/6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C496E121-4315-46E2-BD27-2D3650588788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30874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4EBA0-9B0C-4E5A-8E98-87BB8E4F0FEB}" type="datetimeFigureOut">
              <a:rPr kumimoji="1" lang="ja-JP" altLang="en-US" smtClean="0"/>
              <a:t>2026/10/6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6E121-4315-46E2-BD27-2D3650588788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78583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4EBA0-9B0C-4E5A-8E98-87BB8E4F0FEB}" type="datetimeFigureOut">
              <a:rPr kumimoji="1" lang="ja-JP" altLang="en-US" smtClean="0"/>
              <a:t>2026/10/6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6E121-4315-46E2-BD27-2D3650588788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99950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4EBA0-9B0C-4E5A-8E98-87BB8E4F0FEB}" type="datetimeFigureOut">
              <a:rPr kumimoji="1" lang="ja-JP" altLang="en-US" smtClean="0"/>
              <a:t>2026/10/6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6E121-4315-46E2-BD27-2D3650588788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13620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4EBA0-9B0C-4E5A-8E98-87BB8E4F0FEB}" type="datetimeFigureOut">
              <a:rPr kumimoji="1" lang="ja-JP" altLang="en-US" smtClean="0"/>
              <a:t>2026/10/6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6E121-4315-46E2-BD27-2D3650588788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34884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4EBA0-9B0C-4E5A-8E98-87BB8E4F0FEB}" type="datetimeFigureOut">
              <a:rPr kumimoji="1" lang="ja-JP" altLang="en-US" smtClean="0"/>
              <a:t>2026/10/6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6E121-4315-46E2-BD27-2D3650588788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55643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4EBA0-9B0C-4E5A-8E98-87BB8E4F0FEB}" type="datetimeFigureOut">
              <a:rPr kumimoji="1" lang="ja-JP" altLang="en-US" smtClean="0"/>
              <a:t>2026/10/6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6E121-4315-46E2-BD27-2D365058878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641532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4EBA0-9B0C-4E5A-8E98-87BB8E4F0FEB}" type="datetimeFigureOut">
              <a:rPr kumimoji="1" lang="ja-JP" altLang="en-US" smtClean="0"/>
              <a:t>2026/10/6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6E121-4315-46E2-BD27-2D3650588788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14521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32B4EBA0-9B0C-4E5A-8E98-87BB8E4F0FEB}" type="datetimeFigureOut">
              <a:rPr kumimoji="1" lang="ja-JP" altLang="en-US" smtClean="0"/>
              <a:t>2026/10/6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6E121-4315-46E2-BD27-2D3650588788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82591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4EBA0-9B0C-4E5A-8E98-87BB8E4F0FEB}" type="datetimeFigureOut">
              <a:rPr kumimoji="1" lang="ja-JP" altLang="en-US" smtClean="0"/>
              <a:t>2026/10/6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6E121-4315-46E2-BD27-2D3650588788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32044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4EBA0-9B0C-4E5A-8E98-87BB8E4F0FEB}" type="datetimeFigureOut">
              <a:rPr kumimoji="1" lang="ja-JP" altLang="en-US" smtClean="0"/>
              <a:t>2026/10/6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6E121-4315-46E2-BD27-2D3650588788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46478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B4EBA0-9B0C-4E5A-8E98-87BB8E4F0FEB}" type="datetimeFigureOut">
              <a:rPr kumimoji="1" lang="ja-JP" altLang="en-US" smtClean="0"/>
              <a:t>2026/10/6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496E121-4315-46E2-BD27-2D3650588788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35571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3" r:id="rId1"/>
    <p:sldLayoutId id="2147483774" r:id="rId2"/>
    <p:sldLayoutId id="2147483775" r:id="rId3"/>
    <p:sldLayoutId id="2147483776" r:id="rId4"/>
    <p:sldLayoutId id="2147483777" r:id="rId5"/>
    <p:sldLayoutId id="2147483778" r:id="rId6"/>
    <p:sldLayoutId id="2147483779" r:id="rId7"/>
    <p:sldLayoutId id="2147483780" r:id="rId8"/>
    <p:sldLayoutId id="2147483781" r:id="rId9"/>
    <p:sldLayoutId id="2147483782" r:id="rId10"/>
    <p:sldLayoutId id="21474837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kumimoji="1"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kumimoji="1"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kumimoji="1"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kumimoji="1"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kumimoji="1"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kumimoji="1"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kumimoji="1"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kumimoji="1"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F51B773-51EF-4069-8847-455F32B6BFE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ja-JP" altLang="en-US"/>
              <a:t>コレクション管理アプリ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24D4E799-B051-476B-A4D0-A33C0FFEEE9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ja-JP" altLang="en-US"/>
              <a:t>髙橋歩夢</a:t>
            </a:r>
          </a:p>
        </p:txBody>
      </p:sp>
    </p:spTree>
    <p:extLst>
      <p:ext uri="{BB962C8B-B14F-4D97-AF65-F5344CB8AC3E}">
        <p14:creationId xmlns:p14="http://schemas.microsoft.com/office/powerpoint/2010/main" val="12533460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5A5D3FA-1BC2-48C2-A407-6C21F1A70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作成した目的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975D451-FE7B-4C35-979A-B27A5B9F44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ja-JP" altLang="en-US" sz="3600">
                <a:latin typeface="+mn-ea"/>
              </a:rPr>
              <a:t>フィギュアやカードなどを管理する</a:t>
            </a:r>
            <a:endParaRPr kumimoji="1" lang="en-US" altLang="ja-JP" sz="3600">
              <a:latin typeface="+mn-ea"/>
            </a:endParaRPr>
          </a:p>
          <a:p>
            <a:r>
              <a:rPr lang="ja-JP" altLang="en-US" sz="3600">
                <a:latin typeface="+mn-ea"/>
              </a:rPr>
              <a:t>登録したものを一覧で確認できるようにする</a:t>
            </a:r>
            <a:endParaRPr kumimoji="1" lang="ja-JP" altLang="en-US" sz="360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2250963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895DC47-9BD2-4982-A403-83E8035FC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使用したもの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B30D41E-BB4A-4D64-B74A-471EA5FDED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ja-JP" altLang="en-US" sz="3200" b="1"/>
              <a:t>開発</a:t>
            </a:r>
            <a:r>
              <a:rPr kumimoji="1" lang="ja-JP" altLang="en-US" sz="1800"/>
              <a:t>・・・</a:t>
            </a:r>
            <a:r>
              <a:rPr lang="en-US" altLang="ja-JP" sz="2800"/>
              <a:t>PHP  </a:t>
            </a:r>
            <a:r>
              <a:rPr lang="en-US" altLang="ja-JP" sz="2800" err="1"/>
              <a:t>Lalavel</a:t>
            </a:r>
            <a:r>
              <a:rPr lang="en-US" altLang="ja-JP" sz="2800"/>
              <a:t>  CSS  </a:t>
            </a:r>
            <a:r>
              <a:rPr lang="en-US" altLang="ja-JP" sz="2800" err="1"/>
              <a:t>Vite</a:t>
            </a:r>
            <a:endParaRPr lang="en-US" altLang="ja-JP" sz="3200"/>
          </a:p>
          <a:p>
            <a:r>
              <a:rPr lang="ja-JP" altLang="en-US" sz="3200" b="1"/>
              <a:t>データ管理</a:t>
            </a:r>
            <a:r>
              <a:rPr lang="ja-JP" altLang="en-US" sz="1800"/>
              <a:t>・・・</a:t>
            </a:r>
            <a:r>
              <a:rPr lang="en-US" altLang="ja-JP" sz="3200"/>
              <a:t>MySQL</a:t>
            </a:r>
          </a:p>
          <a:p>
            <a:r>
              <a:rPr lang="ja-JP" altLang="en-US" sz="3200" b="1"/>
              <a:t>開発管理</a:t>
            </a:r>
            <a:r>
              <a:rPr lang="ja-JP" altLang="en-US" sz="1800" b="1"/>
              <a:t>・・</a:t>
            </a:r>
            <a:r>
              <a:rPr lang="en-US" altLang="ja-JP" sz="3200" err="1"/>
              <a:t>VSCode</a:t>
            </a:r>
            <a:r>
              <a:rPr lang="en-US" altLang="ja-JP" sz="320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60214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19E361A-2DC0-4ABF-A81F-713EAC490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主な機能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735D9FB-7CB1-4B02-B697-F419B477AF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ja-JP" altLang="en-US" sz="2800">
                <a:latin typeface="+mn-ea"/>
              </a:rPr>
              <a:t>ユーザー登録</a:t>
            </a:r>
            <a:endParaRPr lang="en-US" altLang="ja-JP" sz="2800">
              <a:latin typeface="+mn-ea"/>
            </a:endParaRPr>
          </a:p>
          <a:p>
            <a:r>
              <a:rPr kumimoji="1" lang="ja-JP" altLang="en-US" sz="2800">
                <a:latin typeface="+mn-ea"/>
              </a:rPr>
              <a:t>ログイン・ログアウト</a:t>
            </a:r>
            <a:endParaRPr kumimoji="1" lang="en-US" altLang="ja-JP" sz="2800">
              <a:latin typeface="+mn-ea"/>
            </a:endParaRPr>
          </a:p>
          <a:p>
            <a:r>
              <a:rPr lang="ja-JP" altLang="en-US" sz="2800">
                <a:latin typeface="+mn-ea"/>
              </a:rPr>
              <a:t>コレクション登録</a:t>
            </a:r>
            <a:endParaRPr lang="en-US" altLang="ja-JP" sz="2800">
              <a:latin typeface="+mn-ea"/>
            </a:endParaRPr>
          </a:p>
          <a:p>
            <a:r>
              <a:rPr kumimoji="1" lang="ja-JP" altLang="en-US" sz="2800">
                <a:latin typeface="+mn-ea"/>
              </a:rPr>
              <a:t>写真登録</a:t>
            </a:r>
            <a:endParaRPr kumimoji="1" lang="en-US" altLang="ja-JP" sz="2800">
              <a:latin typeface="+mn-ea"/>
            </a:endParaRPr>
          </a:p>
          <a:p>
            <a:r>
              <a:rPr lang="ja-JP" altLang="en-US" sz="2800">
                <a:latin typeface="+mn-ea"/>
              </a:rPr>
              <a:t>検索・編集・削除</a:t>
            </a:r>
            <a:endParaRPr lang="en-US" altLang="ja-JP" sz="2800">
              <a:latin typeface="+mn-ea"/>
            </a:endParaRP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1C85CF11-A528-4198-B2B6-9C11CD4DBA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2743" y="2062655"/>
            <a:ext cx="6280157" cy="3565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834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4A596E3-CFB2-4971-A06D-B0E41839C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工夫した点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5B821E5-3C1B-4660-81E3-5397121BE8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ja-JP" altLang="en-US" sz="2800"/>
              <a:t>写真をアップロードできるようにした</a:t>
            </a:r>
            <a:endParaRPr kumimoji="1" lang="en-US" altLang="ja-JP" sz="2800"/>
          </a:p>
          <a:p>
            <a:r>
              <a:rPr lang="ja-JP" altLang="en-US" sz="2800"/>
              <a:t>検索機能を付けたこと</a:t>
            </a:r>
            <a:endParaRPr lang="en-US" altLang="ja-JP" sz="2800"/>
          </a:p>
          <a:p>
            <a:r>
              <a:rPr lang="en-US" altLang="ja-JP" sz="2800"/>
              <a:t>Lalavel</a:t>
            </a:r>
            <a:r>
              <a:rPr lang="ja-JP" altLang="en-US" sz="2800"/>
              <a:t>と</a:t>
            </a:r>
            <a:r>
              <a:rPr lang="en-US" altLang="ja-JP" sz="2800"/>
              <a:t>Vite</a:t>
            </a:r>
            <a:r>
              <a:rPr lang="ja-JP" altLang="en-US" sz="2800"/>
              <a:t>を連携した</a:t>
            </a:r>
            <a:endParaRPr lang="en-US" altLang="ja-JP" sz="2800"/>
          </a:p>
        </p:txBody>
      </p:sp>
    </p:spTree>
    <p:extLst>
      <p:ext uri="{BB962C8B-B14F-4D97-AF65-F5344CB8AC3E}">
        <p14:creationId xmlns:p14="http://schemas.microsoft.com/office/powerpoint/2010/main" val="10900659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15AB278-31CA-41AF-8ABE-DA0887309F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今後追加したい機能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2C70EF6-786F-4ADE-BFE4-FCEF90BBE4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ja-JP" altLang="en-US" sz="2800"/>
              <a:t>ユーザーごとのコレクション管理</a:t>
            </a:r>
            <a:endParaRPr kumimoji="1" lang="en-US" altLang="ja-JP" sz="2800"/>
          </a:p>
          <a:p>
            <a:r>
              <a:rPr lang="ja-JP" altLang="en-US" sz="2800"/>
              <a:t>より見えやすいデザイン</a:t>
            </a:r>
            <a:endParaRPr lang="en-US" altLang="ja-JP" sz="2800"/>
          </a:p>
          <a:p>
            <a:r>
              <a:rPr kumimoji="1" lang="ja-JP" altLang="en-US" sz="2800"/>
              <a:t>詳細画面</a:t>
            </a:r>
            <a:endParaRPr kumimoji="1" lang="en-US" altLang="ja-JP" sz="2800"/>
          </a:p>
          <a:p>
            <a:r>
              <a:rPr lang="ja-JP" altLang="en-US" sz="2800"/>
              <a:t>カテゴリー・並び替えなど</a:t>
            </a:r>
            <a:endParaRPr kumimoji="1" lang="ja-JP" altLang="en-US" sz="2800"/>
          </a:p>
        </p:txBody>
      </p:sp>
    </p:spTree>
    <p:extLst>
      <p:ext uri="{BB962C8B-B14F-4D97-AF65-F5344CB8AC3E}">
        <p14:creationId xmlns:p14="http://schemas.microsoft.com/office/powerpoint/2010/main" val="19466456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3ACFD8B-FDB7-47D6-859A-8455E9BBB7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kumimoji="1" lang="ja-JP" altLang="en-US" sz="6000"/>
              <a:t>質疑応答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D0FEA80-0824-4503-B1D3-244CBB5B11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031298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B98A1D5-354D-45FD-845A-A934E9BC8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kumimoji="1" lang="ja-JP" altLang="en-US"/>
              <a:t>ご清聴ありがとうございました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618FA7B-2411-44E8-B556-90949482F7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335559"/>
      </p:ext>
    </p:extLst>
  </p:cSld>
  <p:clrMapOvr>
    <a:masterClrMapping/>
  </p:clrMapOvr>
</p:sld>
</file>

<file path=ppt/theme/theme1.xml><?xml version="1.0" encoding="utf-8"?>
<a:theme xmlns:a="http://schemas.openxmlformats.org/drawingml/2006/main" name="ギャラリー">
  <a:themeElements>
    <a:clrScheme name="ギャラリー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ギャラリー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ギャラリー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320</TotalTime>
  <Words>110</Words>
  <Application>Microsoft Office PowerPoint</Application>
  <PresentationFormat>ワイド画面</PresentationFormat>
  <Paragraphs>26</Paragraphs>
  <Slides>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3" baseType="lpstr">
      <vt:lpstr>游ゴシック</vt:lpstr>
      <vt:lpstr>游ゴシック Light</vt:lpstr>
      <vt:lpstr>Arial</vt:lpstr>
      <vt:lpstr>Gill Sans MT</vt:lpstr>
      <vt:lpstr>ギャラリー</vt:lpstr>
      <vt:lpstr>コレクション管理アプリ</vt:lpstr>
      <vt:lpstr>作成した目的</vt:lpstr>
      <vt:lpstr>使用したもの</vt:lpstr>
      <vt:lpstr>主な機能</vt:lpstr>
      <vt:lpstr>工夫した点</vt:lpstr>
      <vt:lpstr>今後追加したい機能</vt:lpstr>
      <vt:lpstr>質疑応答</vt:lpstr>
      <vt:lpstr>ご清聴ありがとうございました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コレクション管理アプリ</dc:title>
  <dc:creator>2025_CS 髙橋 歩夢</dc:creator>
  <cp:lastModifiedBy>2025_CS 髙橋 歩夢</cp:lastModifiedBy>
  <cp:revision>8</cp:revision>
  <dcterms:created xsi:type="dcterms:W3CDTF">2026-10-05T07:49:04Z</dcterms:created>
  <dcterms:modified xsi:type="dcterms:W3CDTF">2026-10-06T08:32:03Z</dcterms:modified>
</cp:coreProperties>
</file>